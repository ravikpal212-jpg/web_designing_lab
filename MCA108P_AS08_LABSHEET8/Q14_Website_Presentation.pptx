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GreenBean Café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Lab Sheet 8 – Website Planning &amp;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eco-friendly café</a:t>
            </a:r>
          </a:p>
          <a:p>
            <a:r>
              <a:t>Target: students, professionals and families</a:t>
            </a:r>
          </a:p>
          <a:p>
            <a:r>
              <a:t>Goals: reservations, menu discovery, trust and local engagement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Header/Nav → Hero Carousel → Menu → Team → Testimonials → Booking → Map → Footer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green: sustainability &amp; trust</a:t>
            </a:r>
          </a:p>
          <a:p>
            <a:r>
              <a:t>Cream/white: whitespace</a:t>
            </a:r>
          </a:p>
          <a:p>
            <a:r>
              <a:t>Gold: primary CTA</a:t>
            </a:r>
          </a:p>
          <a:p>
            <a:r>
              <a:t>Responsive typography and spacing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Semantic HTML5</a:t>
            </a:r>
          </a:p>
          <a:p>
            <a:r>
              <a:t>CSS Grid + Flexbox</a:t>
            </a:r>
          </a:p>
          <a:p>
            <a:r>
              <a:t>Mobile-first responsive layout</a:t>
            </a:r>
          </a:p>
          <a:p>
            <a:r>
              <a:t>External CSS and JavaScript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Hero carousel with transitions</a:t>
            </a:r>
          </a:p>
          <a:p>
            <a:r>
              <a:t>Booking form validation</a:t>
            </a:r>
          </a:p>
          <a:p>
            <a:r>
              <a:t>Interactive testimonial rating controls</a:t>
            </a:r>
          </a:p>
          <a:p>
            <a:r>
              <a:t>Responsive Google Maps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ARIA landmarks</a:t>
            </a:r>
          </a:p>
          <a:p>
            <a:r>
              <a:t>Skip link</a:t>
            </a:r>
          </a:p>
          <a:p>
            <a:r>
              <a:t>Alt text strategy</a:t>
            </a:r>
          </a:p>
          <a:p>
            <a:r>
              <a:t>Keyboard controls</a:t>
            </a:r>
          </a:p>
          <a:p>
            <a:r>
              <a:t>Contrast and reduced-motion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SEO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 and description</a:t>
            </a:r>
          </a:p>
          <a:p>
            <a:r>
              <a:t>Open Graph metadata</a:t>
            </a:r>
          </a:p>
          <a:p>
            <a:r>
              <a:t>Lazy-loaded map</a:t>
            </a:r>
          </a:p>
          <a:p>
            <a:r>
              <a:t>External assets</a:t>
            </a:r>
          </a:p>
          <a:p>
            <a:r>
              <a:t>Optimization checklist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Chrome, Firefox, Edge and Safari</a:t>
            </a:r>
          </a:p>
          <a:p>
            <a:r>
              <a:t>320–1024px viewport testing</a:t>
            </a:r>
          </a:p>
          <a:p>
            <a:r>
              <a:t>Manual functional journey</a:t>
            </a:r>
          </a:p>
          <a:p>
            <a:r>
              <a:t>Lighthouse audit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Homepage → carousel → booking → map → social links → mobile view → accessibility checks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